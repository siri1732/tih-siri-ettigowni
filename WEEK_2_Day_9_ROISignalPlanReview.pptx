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BE49A4-7BE1-499B-A1ED-22FCE0AE7F5E}" v="1" dt="2026-09-12T17:08:12.5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TIGOWNI SIRI-[BL.EN.U4EAC23067]" userId="8416fd94-65a7-4951-aafb-aa0f25800cdd" providerId="ADAL" clId="{52E27795-4C07-4A73-8273-36E767802DCA}"/>
    <pc:docChg chg="addSld modSld sldOrd">
      <pc:chgData name="ETTIGOWNI SIRI-[BL.EN.U4EAC23067]" userId="8416fd94-65a7-4951-aafb-aa0f25800cdd" providerId="ADAL" clId="{52E27795-4C07-4A73-8273-36E767802DCA}" dt="2026-09-12T17:08:25.876" v="7" actId="207"/>
      <pc:docMkLst>
        <pc:docMk/>
      </pc:docMkLst>
      <pc:sldChg chg="modSp add mod ord">
        <pc:chgData name="ETTIGOWNI SIRI-[BL.EN.U4EAC23067]" userId="8416fd94-65a7-4951-aafb-aa0f25800cdd" providerId="ADAL" clId="{52E27795-4C07-4A73-8273-36E767802DCA}" dt="2026-09-12T17:08:25.876" v="7" actId="207"/>
        <pc:sldMkLst>
          <pc:docMk/>
          <pc:sldMk cId="2671414166" sldId="259"/>
        </pc:sldMkLst>
        <pc:spChg chg="mod">
          <ac:chgData name="ETTIGOWNI SIRI-[BL.EN.U4EAC23067]" userId="8416fd94-65a7-4951-aafb-aa0f25800cdd" providerId="ADAL" clId="{52E27795-4C07-4A73-8273-36E767802DCA}" dt="2026-09-12T17:08:25.876" v="7" actId="207"/>
          <ac:spMkLst>
            <pc:docMk/>
            <pc:sldMk cId="2671414166" sldId="259"/>
            <ac:spMk id="3" creationId="{D9A5359F-F2ED-0DD6-0D8E-9CB32793DDA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314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A5359F-F2ED-0DD6-0D8E-9CB32793DDA1}"/>
              </a:ext>
            </a:extLst>
          </p:cNvPr>
          <p:cNvSpPr/>
          <p:nvPr/>
        </p:nvSpPr>
        <p:spPr>
          <a:xfrm>
            <a:off x="270588" y="317241"/>
            <a:ext cx="11625943" cy="622351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2_ Day 9</a:t>
            </a:r>
          </a:p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Review</a:t>
            </a: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Name: Vamsikrishna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Ettigowni Siri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099F85D-6B33-3EA6-8B1A-EC088D46EC9F}"/>
              </a:ext>
            </a:extLst>
          </p:cNvPr>
          <p:cNvSpPr txBox="1"/>
          <p:nvPr/>
        </p:nvSpPr>
        <p:spPr>
          <a:xfrm>
            <a:off x="457200" y="1147200"/>
            <a:ext cx="8350898" cy="7469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 VIDEO MESSAGE DECODING</a:t>
            </a:r>
          </a:p>
        </p:txBody>
      </p:sp>
    </p:spTree>
    <p:extLst>
      <p:ext uri="{BB962C8B-B14F-4D97-AF65-F5344CB8AC3E}">
        <p14:creationId xmlns:p14="http://schemas.microsoft.com/office/powerpoint/2010/main" val="2671414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6BB70659-1145-6A9E-AAA1-EA34452F0F05}"/>
              </a:ext>
            </a:extLst>
          </p:cNvPr>
          <p:cNvSpPr txBox="1"/>
          <p:nvPr/>
        </p:nvSpPr>
        <p:spPr>
          <a:xfrm>
            <a:off x="214604" y="1371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7C9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DAY 9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EE0564D-AC39-C2A0-34E3-3FAF990464F2}"/>
              </a:ext>
            </a:extLst>
          </p:cNvPr>
          <p:cNvSpPr/>
          <p:nvPr/>
        </p:nvSpPr>
        <p:spPr>
          <a:xfrm>
            <a:off x="391885" y="867748"/>
            <a:ext cx="11439331" cy="31350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ROI Selection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ROI is selected using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area-filtered connected-component detection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simply choosing the brightest pixel.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bright regions are filtered based on their area to eliminate non-transmitter artifacts.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detected number of candidate regions is cross-checked with the expected LED count: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 2, 3, or 4 LEDs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7–8 measurements show very low ROI movement for the tested videos.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ROI is selected for each video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avoiding unnecessary frame-by-frame re-detection.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Dead-time regions at the beginning and end of the video are removed before ROI-based signal processing.</a:t>
            </a:r>
          </a:p>
          <a:p>
            <a:pPr lvl="1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Extraction Strategy</a:t>
            </a:r>
          </a:p>
          <a:p>
            <a:pPr lvl="1"/>
            <a:endParaRPr lang="en-IN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ROI → Extract ROI pixels from each frame → Calculate representative intensity → Generate temporal intensity signal</a:t>
            </a:r>
          </a:p>
          <a:p>
            <a:pPr lvl="1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resulting intensity-vs-frame signal will be used for preprocessing, synchronization and message decoding.</a:t>
            </a:r>
          </a:p>
          <a:p>
            <a:pPr lvl="1"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0546D1-670D-6916-029E-5AD19B586700}"/>
              </a:ext>
            </a:extLst>
          </p:cNvPr>
          <p:cNvSpPr txBox="1"/>
          <p:nvPr/>
        </p:nvSpPr>
        <p:spPr>
          <a:xfrm>
            <a:off x="214604" y="354705"/>
            <a:ext cx="8509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ROI and Signal-Extraction Strategy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5BA3AF8-1D30-DD53-5EBA-84A94D9F0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738076"/>
              </p:ext>
            </p:extLst>
          </p:nvPr>
        </p:nvGraphicFramePr>
        <p:xfrm>
          <a:off x="4665304" y="4318047"/>
          <a:ext cx="716591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1478">
                  <a:extLst>
                    <a:ext uri="{9D8B030D-6E8A-4147-A177-3AD203B41FA5}">
                      <a16:colId xmlns:a16="http://schemas.microsoft.com/office/drawing/2014/main" val="2515509818"/>
                    </a:ext>
                  </a:extLst>
                </a:gridCol>
                <a:gridCol w="1791478">
                  <a:extLst>
                    <a:ext uri="{9D8B030D-6E8A-4147-A177-3AD203B41FA5}">
                      <a16:colId xmlns:a16="http://schemas.microsoft.com/office/drawing/2014/main" val="4249556062"/>
                    </a:ext>
                  </a:extLst>
                </a:gridCol>
                <a:gridCol w="1791478">
                  <a:extLst>
                    <a:ext uri="{9D8B030D-6E8A-4147-A177-3AD203B41FA5}">
                      <a16:colId xmlns:a16="http://schemas.microsoft.com/office/drawing/2014/main" val="4262400731"/>
                    </a:ext>
                  </a:extLst>
                </a:gridCol>
                <a:gridCol w="1791478">
                  <a:extLst>
                    <a:ext uri="{9D8B030D-6E8A-4147-A177-3AD203B41FA5}">
                      <a16:colId xmlns:a16="http://schemas.microsoft.com/office/drawing/2014/main" val="32124974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Video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666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(287,110)–(407,229)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 × 119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 px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650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LEDs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(311,15)–(499,114)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 × 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 px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45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LEDs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(403,33)–(607,99)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 × 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2.08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px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64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LEDs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(272,78)–(474,244)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 × 166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4.01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px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476646"/>
                  </a:ext>
                </a:extLst>
              </a:tr>
            </a:tbl>
          </a:graphicData>
        </a:graphic>
      </p:graphicFrame>
      <p:pic>
        <p:nvPicPr>
          <p:cNvPr id="19" name="Image 0" descr="/home/claude/day9/analysis/roi_composite.png">
            <a:extLst>
              <a:ext uri="{FF2B5EF4-FFF2-40B4-BE49-F238E27FC236}">
                <a16:creationId xmlns:a16="http://schemas.microsoft.com/office/drawing/2014/main" id="{35CCE621-A84C-9B23-D7E4-164E25B52F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368" b="15789"/>
          <a:stretch>
            <a:fillRect/>
          </a:stretch>
        </p:blipFill>
        <p:spPr>
          <a:xfrm>
            <a:off x="214604" y="4621825"/>
            <a:ext cx="4450700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2BAD44-56A4-3B55-2126-067369C8AD70}"/>
              </a:ext>
            </a:extLst>
          </p:cNvPr>
          <p:cNvSpPr txBox="1"/>
          <p:nvPr/>
        </p:nvSpPr>
        <p:spPr>
          <a:xfrm>
            <a:off x="355341" y="696816"/>
            <a:ext cx="11709141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Synchronization Approach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frame rate =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260 fps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rate =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 bps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Therefore: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260 / 92 = 2.826 frames per bit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ratio is non-integer, fixed-frame slicing can gradually shift the assumed symbol boundaries.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cause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drift and incorrect bit decoding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the message.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symbol boundaries will be recovered from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ROI-intensity transitions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assuming a fixed 2.826-frame/bit relationship.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follows the synchronization issue identified in the reviewed OCC literature.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Freeze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preprocessing sequence will be: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Dead-time trimming → ROI intensity extraction → Denoising / smoothing → Normalization → Transition detection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Dead-time lead/trail regions are removed first.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fluctuations are reduced through smoothing/denoising.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normalization reduces variations between recordings.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Transitions in the processed signal are then used for synchronization.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Decoded-message correctness: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whether the complete message is correctly recovered.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calculated when ground-truth bit labels are available.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robustness: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ability to maintain correct symbol boundaries.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 time required per video.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BEE01442-7104-E9D3-76ED-BA7A5C6FF256}"/>
              </a:ext>
            </a:extLst>
          </p:cNvPr>
          <p:cNvSpPr txBox="1"/>
          <p:nvPr/>
        </p:nvSpPr>
        <p:spPr>
          <a:xfrm>
            <a:off x="355341" y="14801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E39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Synchronization, Evaluation &amp; Preprocessing Freeze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7855880-A3B9-D980-4F39-B33D21AE73BF}"/>
              </a:ext>
            </a:extLst>
          </p:cNvPr>
          <p:cNvSpPr/>
          <p:nvPr/>
        </p:nvSpPr>
        <p:spPr>
          <a:xfrm>
            <a:off x="261256" y="457200"/>
            <a:ext cx="6129383" cy="616753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ROI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ROI per video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Area-filtered connected-component detection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count checked against expected LED count 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Dead-time trimming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Intensity extraction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Denoising / smoothing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Transition-based symbol synchronization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fixed-frame slicing based only on the nominal 2.826 frames/bit ratio 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 decoded-message correctness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 where ground truth is available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robustness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 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Open Issues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 Truth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ground-truth labels file was supplied during Day 7.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 evaluation therefore requires confirmation of whether another ground-truth source exists.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6EE4444-7A17-08DB-FF89-370BC1D965BA}"/>
              </a:ext>
            </a:extLst>
          </p:cNvPr>
          <p:cNvSpPr/>
          <p:nvPr/>
        </p:nvSpPr>
        <p:spPr>
          <a:xfrm>
            <a:off x="6736079" y="457200"/>
            <a:ext cx="5194663" cy="616753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Currently, there is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video per LED-count condition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sufficient for initial pipeline testing, but not enough to make a reliable accuracy-vs-LED-count trend claim. 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Approval Required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Approve the fixed, area-filtered ROI strategy.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Approve transition-based symbol synchronization.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Confirm whether BER evaluation is required or exact-match evaluation can be used when labels are unavailable.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Confirm whether the current number of videos is sufficient or additional recordings should be requested.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Approve freezing the above preprocessing and evaluation strategy for the next stage.</a:t>
            </a:r>
          </a:p>
          <a:p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are the same key decisions your existing Slide 3 is asking the mentor to confirm, but with the technical reasoning made explicit.</a:t>
            </a:r>
          </a:p>
          <a:p>
            <a:pPr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1188FE-DA28-83A7-58F1-0BF3E84288A5}"/>
              </a:ext>
            </a:extLst>
          </p:cNvPr>
          <p:cNvSpPr txBox="1"/>
          <p:nvPr/>
        </p:nvSpPr>
        <p:spPr>
          <a:xfrm>
            <a:off x="373225" y="9330"/>
            <a:ext cx="37709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to Freeze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626</Words>
  <Application>Microsoft Office PowerPoint</Application>
  <PresentationFormat>Widescreen</PresentationFormat>
  <Paragraphs>103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ETTIGOWNI SIRI-[BL.EN.U4EAC23067]</cp:lastModifiedBy>
  <cp:revision>2</cp:revision>
  <dcterms:created xsi:type="dcterms:W3CDTF">2026-09-10T09:45:19Z</dcterms:created>
  <dcterms:modified xsi:type="dcterms:W3CDTF">2026-09-12T17:08:30Z</dcterms:modified>
</cp:coreProperties>
</file>