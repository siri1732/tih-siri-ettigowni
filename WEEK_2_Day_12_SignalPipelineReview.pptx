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IGOWNI SIRI-[BL.EN.U4EAC23067]" userId="8416fd94-65a7-4951-aafb-aa0f25800cdd" providerId="ADAL" clId="{52E27795-4C07-4A73-8273-36E767802DCA}"/>
    <pc:docChg chg="modSld">
      <pc:chgData name="ETTIGOWNI SIRI-[BL.EN.U4EAC23067]" userId="8416fd94-65a7-4951-aafb-aa0f25800cdd" providerId="ADAL" clId="{52E27795-4C07-4A73-8273-36E767802DCA}" dt="2026-09-11T07:19:00.125" v="2" actId="403"/>
      <pc:docMkLst>
        <pc:docMk/>
      </pc:docMkLst>
      <pc:sldChg chg="modSp mod">
        <pc:chgData name="ETTIGOWNI SIRI-[BL.EN.U4EAC23067]" userId="8416fd94-65a7-4951-aafb-aa0f25800cdd" providerId="ADAL" clId="{52E27795-4C07-4A73-8273-36E767802DCA}" dt="2026-09-11T07:19:00.125" v="2" actId="403"/>
        <pc:sldMkLst>
          <pc:docMk/>
          <pc:sldMk cId="0" sldId="257"/>
        </pc:sldMkLst>
        <pc:spChg chg="mod">
          <ac:chgData name="ETTIGOWNI SIRI-[BL.EN.U4EAC23067]" userId="8416fd94-65a7-4951-aafb-aa0f25800cdd" providerId="ADAL" clId="{52E27795-4C07-4A73-8273-36E767802DCA}" dt="2026-09-11T07:18:47.174" v="0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ETTIGOWNI SIRI-[BL.EN.U4EAC23067]" userId="8416fd94-65a7-4951-aafb-aa0f25800cdd" providerId="ADAL" clId="{52E27795-4C07-4A73-8273-36E767802DCA}" dt="2026-09-11T07:19:00.125" v="2" actId="403"/>
          <ac:spMkLst>
            <pc:docMk/>
            <pc:sldMk cId="0" sldId="257"/>
            <ac:spMk id="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9245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Mentor Review 4 — record actual corrections here immediately after the review. If Signal V1 is approved as-is, note that explicitly; if changes are required, log them here and update preprocess.py accordingly before Day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87680" y="1717859"/>
            <a:ext cx="538376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E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ROI Detection &amp; Extraction — Recap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Video Message Decoding  |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6" name="Image 0" descr="/home/claude/day9/analysis/roi_compo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" y="2167128"/>
            <a:ext cx="7406640" cy="173736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1570878"/>
              </p:ext>
            </p:extLst>
          </p:nvPr>
        </p:nvGraphicFramePr>
        <p:xfrm>
          <a:off x="487680" y="4233672"/>
          <a:ext cx="8503920" cy="16459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ROI Box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(287,110)-(407,229)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120x119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0.31px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27,820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2LEDs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(311,15)-(499,114)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188x99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0.33px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3LEDs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(403,33)-(607,99)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204x66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2.08px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4LEDs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(272,78)-(474,244)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202x166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4.01px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229600" y="14173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METHOD: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8229600" y="1709928"/>
            <a:ext cx="3474720" cy="2106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Fixed ROI per video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Candidate blobs filtered by minimum area to reject the non-transmitter artifact found Day 8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Sub-5px drift (Day 8) justifies not re-detecting per frame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Full active window processed per video (64,870 frames total), not a sample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A72D0812-A6A2-4E5C-C3C4-EA3452869325}"/>
              </a:ext>
            </a:extLst>
          </p:cNvPr>
          <p:cNvSpPr txBox="1"/>
          <p:nvPr/>
        </p:nvSpPr>
        <p:spPr>
          <a:xfrm>
            <a:off x="365760" y="530352"/>
            <a:ext cx="9601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400" b="1" dirty="0"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Signal Pipeline Review</a:t>
            </a: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5720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E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Video Message Decoding  |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6" name="Image 0" descr="/home/claude/day11/analysis/raw_vs_denoised_mid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0120"/>
            <a:ext cx="4572000" cy="379827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66319" y="1097279"/>
            <a:ext cx="6124614" cy="4969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— Why Denoising Is Minimal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extracted OCC signal already has a strong separation between ON and OFF intensity levels. Therefore, preprocessing should remove isolated noise without changing the actual signal transitions.</a:t>
            </a:r>
          </a:p>
          <a:p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a 3-Sample Median Filter?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camera operates at 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260 fps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while the transmission rate is 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92 bps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gives approximately 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2.826 frames per bit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Since only a few frames represent each bit, a large smoothing window could shift or blur genuine ON/OFF transitions. </a:t>
            </a:r>
          </a:p>
          <a:p>
            <a:pPr lvl="0"/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3-sample median filter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therefore used as a lightweight denoising method. </a:t>
            </a:r>
          </a:p>
          <a:p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Filter Corrects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mainly intended to remove 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isolated single-frame intensity dropouts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the 2-LED signal showed short disturbances around 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 </a:t>
            </a:r>
            <a:r>
              <a:rPr lang="en-IN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85 </a:t>
            </a:r>
            <a:r>
              <a:rPr lang="en-IN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100 </a:t>
            </a:r>
            <a:r>
              <a:rPr lang="en-IN" sz="1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filter corrects these short abnormalities while preserving the overall plateau shape of the signal. </a:t>
            </a:r>
          </a:p>
          <a:p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Not Use Stronger Smoothing?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measured SNR is already very high, approximately 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57×–318×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aggressive denoising is not required to improve signal quality.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purpose of the median filter is specifically to handle </a:t>
            </a:r>
            <a:r>
              <a:rPr lang="en-IN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rare large frame-level disturbances</a:t>
            </a:r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rather than broadly smooth the entire signal. </a:t>
            </a:r>
          </a:p>
          <a:p>
            <a:endParaRPr lang="en-IN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508062"/>
              </p:ext>
            </p:extLst>
          </p:nvPr>
        </p:nvGraphicFramePr>
        <p:xfrm>
          <a:off x="619552" y="4878044"/>
          <a:ext cx="5029200" cy="118872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Frames Altered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Δ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1LED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2LEDs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3LEDs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4LEDs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F1E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C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NORMALIZATION CHOICE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0F1E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Normalization &amp; a New Finding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37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Video Message Decoding  |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24712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6" name="Image 0" descr="/home/claude/day11/analysis/normaliz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17320"/>
            <a:ext cx="4691128" cy="3425268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43B48FF-4123-3D9F-39CA-0ED098EAF2BA}"/>
              </a:ext>
            </a:extLst>
          </p:cNvPr>
          <p:cNvSpPr/>
          <p:nvPr/>
        </p:nvSpPr>
        <p:spPr>
          <a:xfrm>
            <a:off x="5148328" y="0"/>
            <a:ext cx="7043672" cy="681228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Use Per-Video Min-Max Normalization?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raw ROI intensity ranges are different for different LED-count conditions.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the observed range is approximately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150 for the 1-LED video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92 for the 3-LED video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differences can result from LED count, distance and recording conditions, rather than representing different signal quality.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Using raw intensity values would therefore require different absolute thresholds for different videos.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 Method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Apply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min-max normalization to [0,1]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independently for each video.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minimum and maximum are calculated only over the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transmission window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dead-time region is excluded from this calculation, following the Day 7 preprocessing decision.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Why This Helps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Places all videos on a common intensity scale.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Makes downstream thresholding less dependent on absolute brightness.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Avoids creating separate hard-coded intensity thresholds for every LED-count condition.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Provides a more consistent input for the synchronization and decoding stages.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FINDING — Ramp-Up at Window Start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of the active-window boundary revealed that the signal does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 immediately reach its full amplitude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the 1-LED video, the first approximately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150 </a:t>
            </a:r>
            <a:r>
              <a:rPr lang="en-IN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of the active window has an average intensity of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38.3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compared with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75.3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the middle of the window.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indicates a </a:t>
            </a:r>
            <a:r>
              <a:rPr lang="en-IN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 ramp-up transient</a:t>
            </a: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at the beginning of the active window.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does not invalidate the saved signal, but it is important for the upcoming synchronization stage.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Day 13 synchronization should therefore avoid assuming that the entire active window has uniform signal quality. </a:t>
            </a:r>
          </a:p>
          <a:p>
            <a:pPr algn="ctr"/>
            <a:endParaRPr lang="en-I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DF4C553-22D7-8600-FB18-6449F8D43C22}"/>
              </a:ext>
            </a:extLst>
          </p:cNvPr>
          <p:cNvSpPr/>
          <p:nvPr/>
        </p:nvSpPr>
        <p:spPr>
          <a:xfrm>
            <a:off x="6223518" y="160564"/>
            <a:ext cx="5837855" cy="65368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 Deliverables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preprocess.py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processed_signals.csv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preprocessing_config.json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64,870 processed signal rows/frames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across the four videos. </a:t>
            </a:r>
          </a:p>
          <a:p>
            <a:pPr lvl="1"/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ASKING TO FREEZE TODAY</a:t>
            </a:r>
          </a:p>
          <a:p>
            <a:endParaRPr lang="en-IN" sz="1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Signal V1 pipeline: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 ROI → 3-Sample Median Denoising → Active-Window Min-Max Normalization → Signal V1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further preprocessing changes unless a new change is supported by experimental evidence.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prevents continuously changing the preprocessing pipeline while synchronization and decoding are being developed. </a:t>
            </a:r>
          </a:p>
          <a:p>
            <a:b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16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015090-4F7A-5B5A-DB6B-1A567A720559}"/>
              </a:ext>
            </a:extLst>
          </p:cNvPr>
          <p:cNvSpPr/>
          <p:nvPr/>
        </p:nvSpPr>
        <p:spPr>
          <a:xfrm>
            <a:off x="130629" y="160564"/>
            <a:ext cx="5837854" cy="653687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Freeze Signal V1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What Signal V1 Consists Of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Fixed ROI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One fixed, area-filtered ROI per video.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Based on the Day 9 ROI decision.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Avoids unnecessary frame-by-frame detection.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Minimal Denoising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3-sample median filter.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Specifically designed to remove isolated frame-level disturbances.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 smoothing windows are avoided because the signal is already under sampled.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Per-Video Normalization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Min-max normalization to </a:t>
            </a:r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[0,1]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Calculated over the active transmission window.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Dead-time is excluded. </a:t>
            </a:r>
          </a:p>
          <a:p>
            <a:r>
              <a:rPr lang="en-IN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Reproducibility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 preprocessing parameters are stored in </a:t>
            </a:r>
            <a:r>
              <a:rPr lang="en-IN" sz="1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preprocessing_config.json</a:t>
            </a: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same configuration can therefore reproduce the processed signal without manually changing parameters. </a:t>
            </a:r>
          </a:p>
          <a:p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849</Words>
  <Application>Microsoft Office PowerPoint</Application>
  <PresentationFormat>Widescreen</PresentationFormat>
  <Paragraphs>128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Cambria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ETTIGOWNI SIRI-[BL.EN.U4EAC23067]</cp:lastModifiedBy>
  <cp:revision>2</cp:revision>
  <dcterms:created xsi:type="dcterms:W3CDTF">2026-09-10T20:02:17Z</dcterms:created>
  <dcterms:modified xsi:type="dcterms:W3CDTF">2026-09-11T07:19:02Z</dcterms:modified>
</cp:coreProperties>
</file>