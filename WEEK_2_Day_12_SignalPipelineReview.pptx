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08394-594D-41E9-A676-95E4C4969B18}" v="1" dt="2026-09-12T17:13:33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IGOWNI SIRI-[BL.EN.U4EAC23067]" userId="8416fd94-65a7-4951-aafb-aa0f25800cdd" providerId="ADAL" clId="{52E27795-4C07-4A73-8273-36E767802DCA}"/>
    <pc:docChg chg="addSld modSld sldOrd">
      <pc:chgData name="ETTIGOWNI SIRI-[BL.EN.U4EAC23067]" userId="8416fd94-65a7-4951-aafb-aa0f25800cdd" providerId="ADAL" clId="{52E27795-4C07-4A73-8273-36E767802DCA}" dt="2026-09-12T17:13:51.312" v="10" actId="20577"/>
      <pc:docMkLst>
        <pc:docMk/>
      </pc:docMkLst>
      <pc:sldChg chg="modSp mod">
        <pc:chgData name="ETTIGOWNI SIRI-[BL.EN.U4EAC23067]" userId="8416fd94-65a7-4951-aafb-aa0f25800cdd" providerId="ADAL" clId="{52E27795-4C07-4A73-8273-36E767802DCA}" dt="2026-09-11T07:19:00.125" v="2" actId="403"/>
        <pc:sldMkLst>
          <pc:docMk/>
          <pc:sldMk cId="0" sldId="257"/>
        </pc:sldMkLst>
        <pc:spChg chg="mod">
          <ac:chgData name="ETTIGOWNI SIRI-[BL.EN.U4EAC23067]" userId="8416fd94-65a7-4951-aafb-aa0f25800cdd" providerId="ADAL" clId="{52E27795-4C07-4A73-8273-36E767802DCA}" dt="2026-09-11T07:18:47.174" v="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11T07:19:00.125" v="2" actId="403"/>
          <ac:spMkLst>
            <pc:docMk/>
            <pc:sldMk cId="0" sldId="257"/>
            <ac:spMk id="9" creationId="{00000000-0000-0000-0000-000000000000}"/>
          </ac:spMkLst>
        </pc:spChg>
      </pc:sldChg>
      <pc:sldChg chg="modSp add mod ord">
        <pc:chgData name="ETTIGOWNI SIRI-[BL.EN.U4EAC23067]" userId="8416fd94-65a7-4951-aafb-aa0f25800cdd" providerId="ADAL" clId="{52E27795-4C07-4A73-8273-36E767802DCA}" dt="2026-09-12T17:13:51.312" v="10" actId="20577"/>
        <pc:sldMkLst>
          <pc:docMk/>
          <pc:sldMk cId="2671414166" sldId="261"/>
        </pc:sldMkLst>
        <pc:spChg chg="mod">
          <ac:chgData name="ETTIGOWNI SIRI-[BL.EN.U4EAC23067]" userId="8416fd94-65a7-4951-aafb-aa0f25800cdd" providerId="ADAL" clId="{52E27795-4C07-4A73-8273-36E767802DCA}" dt="2026-09-12T17:13:51.312" v="10" actId="20577"/>
          <ac:spMkLst>
            <pc:docMk/>
            <pc:sldMk cId="2671414166" sldId="261"/>
            <ac:spMk id="3" creationId="{D9A5359F-F2ED-0DD6-0D8E-9CB32793DD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24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Mentor Review 4 — record actual corrections here immediately after the review. If Signal V1 is approved as-is, note that explicitly; if changes are required, log them here and update preprocess.py accordingly before Day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A5359F-F2ED-0DD6-0D8E-9CB32793DDA1}"/>
              </a:ext>
            </a:extLst>
          </p:cNvPr>
          <p:cNvSpPr/>
          <p:nvPr/>
        </p:nvSpPr>
        <p:spPr>
          <a:xfrm>
            <a:off x="270588" y="317241"/>
            <a:ext cx="11625943" cy="6223518"/>
          </a:xfrm>
          <a:prstGeom prst="roundRect">
            <a:avLst/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2_ Day 12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Review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Name: Vamsikrishna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Ettigowni Siri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99F85D-6B33-3EA6-8B1A-EC088D46EC9F}"/>
              </a:ext>
            </a:extLst>
          </p:cNvPr>
          <p:cNvSpPr txBox="1"/>
          <p:nvPr/>
        </p:nvSpPr>
        <p:spPr>
          <a:xfrm>
            <a:off x="457200" y="1147200"/>
            <a:ext cx="8350898" cy="746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 VIDEO MESSAGE DECODING</a:t>
            </a:r>
          </a:p>
        </p:txBody>
      </p:sp>
    </p:spTree>
    <p:extLst>
      <p:ext uri="{BB962C8B-B14F-4D97-AF65-F5344CB8AC3E}">
        <p14:creationId xmlns:p14="http://schemas.microsoft.com/office/powerpoint/2010/main" val="267141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87680" y="1717859"/>
            <a:ext cx="53837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E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Detection &amp; Extraction — Recap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Video Message Decoding  |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/home/claude/day9/analysis/roi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167128"/>
            <a:ext cx="7406640" cy="173736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70878"/>
              </p:ext>
            </p:extLst>
          </p:nvPr>
        </p:nvGraphicFramePr>
        <p:xfrm>
          <a:off x="487680" y="4233672"/>
          <a:ext cx="850392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(287,110)-(407,229)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120x119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(311,15)-(499,114)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188x99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3LEDs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(403,33)-(607,99)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204x66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4LEDs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(272,78)-(474,244)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202x166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229600" y="1417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8229600" y="1709928"/>
            <a:ext cx="3474720" cy="210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ROI per video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Candidate blobs filtered by minimum area to reject the non-transmitter artifact found Day 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Sub-5px drift (Day 8) justifies not re-detecting per frame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active window processed per video (64,870 frames total), not a sample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72D0812-A6A2-4E5C-C3C4-EA3452869325}"/>
              </a:ext>
            </a:extLst>
          </p:cNvPr>
          <p:cNvSpPr txBox="1"/>
          <p:nvPr/>
        </p:nvSpPr>
        <p:spPr>
          <a:xfrm>
            <a:off x="365760" y="530352"/>
            <a:ext cx="9601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Signal Pipeline Review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E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Video Message Decoding  |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home/claude/day11/analysis/raw_vs_denoised_mid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572000" cy="379827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6319" y="1097279"/>
            <a:ext cx="6124614" cy="4969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— Why Denoising Is Minimal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OCC signal already has a strong separation between ON and OFF intensity levels. Therefore, preprocessing should remove isolated noise without changing the actual signal transitions.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3-Sample Median Filter?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camera operates at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 fps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transmission rate is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 bps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2.826 frames per bit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only a few frames represent each bit, a large smoothing window could shift or blur genuine ON/OFF transitions.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3-sample median filter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therefore used as a lightweight denoising method.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Filter Corrects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intended to remove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single-frame intensity dropouts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2-LED signal showed short disturbances around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85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100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filter corrects these short abnormalities while preserving the overall plateau shape of the signal.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Not Use Stronger Smoothing?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measured SNR is already very high,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57×–318×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aggressive denoising is not required to improve signal quality.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median filter is specifically to handle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large frame-level disturbances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broadly smooth the entire signal. 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508062"/>
              </p:ext>
            </p:extLst>
          </p:nvPr>
        </p:nvGraphicFramePr>
        <p:xfrm>
          <a:off x="619552" y="4878044"/>
          <a:ext cx="5029200" cy="1188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Altered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2LEDs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3LEDs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4LEDs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THE NORMALIZATION CHOICE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E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a New Finding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Video Message Decoding  |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/home/claude/day11/analysis/normaliz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4691128" cy="342526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3B48FF-4123-3D9F-39CA-0ED098EAF2BA}"/>
              </a:ext>
            </a:extLst>
          </p:cNvPr>
          <p:cNvSpPr/>
          <p:nvPr/>
        </p:nvSpPr>
        <p:spPr>
          <a:xfrm>
            <a:off x="5148328" y="0"/>
            <a:ext cx="7043672" cy="68122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 Per-Video Min-Max Normalization?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raw ROI intensity ranges are different for different LED-count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observed range is approximately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 for the 1-LED video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 for the 3-LED video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differences can result from LED count, distance and recording conditions, rather than representing different signal quality.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raw intensity values would therefore require different absolute thresholds for different videos.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Method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min-max normalization to [0,1]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 for each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minimum and maximum are calculated only over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transmission window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dead-time region is excluded from this calculation, following the Day 7 preprocessing decision.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Helps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Places all videos on a common intensity scale.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downstream thresholding less dependent on absolute brightness.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Avoids creating separate hard-coded intensity thresholds for every LED-count condition.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more consistent input for the synchronization and decoding stages.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FINDING — Ramp-Up at Window Start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active-window boundary revealed that the signal does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immediately reach its full amplitude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1-LED video, the first approximately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active window has an average intensity of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38.3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compared with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75.3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middle of the window.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ramp-up transient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beginning of the active window.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invalidate the saved signal, but it is important for the upcoming synchronization stage.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13 synchronization should therefore avoid assuming that the entire active window has uniform signal quality. </a:t>
            </a:r>
          </a:p>
          <a:p>
            <a:pPr algn="ctr"/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DF4C553-22D7-8600-FB18-6449F8D43C22}"/>
              </a:ext>
            </a:extLst>
          </p:cNvPr>
          <p:cNvSpPr/>
          <p:nvPr/>
        </p:nvSpPr>
        <p:spPr>
          <a:xfrm>
            <a:off x="6223518" y="160564"/>
            <a:ext cx="5837855" cy="65368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Deliverables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preprocess.py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processed_signals.csv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preprocessing_config.json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64,870 processed signal rows/frames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the four videos. </a:t>
            </a:r>
          </a:p>
          <a:p>
            <a:pPr lvl="1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ASKING TO FREEZE TODAY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Signal V1 pipeline: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ROI → 3-Sample Median Denoising → Active-Window Min-Max Normalization → Signal V1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further preprocessing changes unless a new change is supported by experimental evidence.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prevents continuously changing the preprocessing pipeline while synchronization and decoding are being developed. </a:t>
            </a:r>
          </a:p>
          <a:p>
            <a:b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015090-4F7A-5B5A-DB6B-1A567A720559}"/>
              </a:ext>
            </a:extLst>
          </p:cNvPr>
          <p:cNvSpPr/>
          <p:nvPr/>
        </p:nvSpPr>
        <p:spPr>
          <a:xfrm>
            <a:off x="130629" y="160564"/>
            <a:ext cx="5837854" cy="65368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Freeze Signal V1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Signal V1 Consists Of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Fixed ROI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fixed, area-filtered ROI per video.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Day 9 ROI decision.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Avoids unnecessary frame-by-frame detection.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Minimal Denoising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3-sample median filter.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designed to remove isolated frame-level disturbances.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smoothing windows are avoided because the signal is already under sampled.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Per-Video Normalization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Min-max normalization to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over the active transmission window.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Dead-time is excluded.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Reproducibility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preprocessing parameters are stored in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preprocessing_config.json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configuration can therefore reproduce the processed signal without manually changing parameters. </a:t>
            </a:r>
          </a:p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869</Words>
  <Application>Microsoft Office PowerPoint</Application>
  <PresentationFormat>Widescreen</PresentationFormat>
  <Paragraphs>137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ETTIGOWNI SIRI-[BL.EN.U4EAC23067]</cp:lastModifiedBy>
  <cp:revision>2</cp:revision>
  <dcterms:created xsi:type="dcterms:W3CDTF">2026-09-10T20:02:17Z</dcterms:created>
  <dcterms:modified xsi:type="dcterms:W3CDTF">2026-09-12T17:13:52Z</dcterms:modified>
</cp:coreProperties>
</file>