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C81C55-3431-457F-8392-A38FAA366444}" v="20" dt="2026-09-09T10:42:59.9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TIGOWNI SIRI-[BL.EN.U4EAC23067]" userId="8416fd94-65a7-4951-aafb-aa0f25800cdd" providerId="ADAL" clId="{52E27795-4C07-4A73-8273-36E767802DCA}"/>
    <pc:docChg chg="undo redo custSel modSld">
      <pc:chgData name="ETTIGOWNI SIRI-[BL.EN.U4EAC23067]" userId="8416fd94-65a7-4951-aafb-aa0f25800cdd" providerId="ADAL" clId="{52E27795-4C07-4A73-8273-36E767802DCA}" dt="2026-09-09T10:44:15.888" v="278" actId="114"/>
      <pc:docMkLst>
        <pc:docMk/>
      </pc:docMkLst>
      <pc:sldChg chg="addSp delSp modSp mod">
        <pc:chgData name="ETTIGOWNI SIRI-[BL.EN.U4EAC23067]" userId="8416fd94-65a7-4951-aafb-aa0f25800cdd" providerId="ADAL" clId="{52E27795-4C07-4A73-8273-36E767802DCA}" dt="2026-09-09T10:44:15.888" v="278" actId="114"/>
        <pc:sldMkLst>
          <pc:docMk/>
          <pc:sldMk cId="0" sldId="256"/>
        </pc:sldMkLst>
        <pc:spChg chg="mod">
          <ac:chgData name="ETTIGOWNI SIRI-[BL.EN.U4EAC23067]" userId="8416fd94-65a7-4951-aafb-aa0f25800cdd" providerId="ADAL" clId="{52E27795-4C07-4A73-8273-36E767802DCA}" dt="2026-09-09T10:23:18.081" v="173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ETTIGOWNI SIRI-[BL.EN.U4EAC23067]" userId="8416fd94-65a7-4951-aafb-aa0f25800cdd" providerId="ADAL" clId="{52E27795-4C07-4A73-8273-36E767802DCA}" dt="2026-09-09T09:59:10.805" v="1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ETTIGOWNI SIRI-[BL.EN.U4EAC23067]" userId="8416fd94-65a7-4951-aafb-aa0f25800cdd" providerId="ADAL" clId="{52E27795-4C07-4A73-8273-36E767802DCA}" dt="2026-09-09T10:44:15.888" v="278" actId="114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ETTIGOWNI SIRI-[BL.EN.U4EAC23067]" userId="8416fd94-65a7-4951-aafb-aa0f25800cdd" providerId="ADAL" clId="{52E27795-4C07-4A73-8273-36E767802DCA}" dt="2026-09-09T10:08:45.361" v="47" actId="478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ETTIGOWNI SIRI-[BL.EN.U4EAC23067]" userId="8416fd94-65a7-4951-aafb-aa0f25800cdd" providerId="ADAL" clId="{52E27795-4C07-4A73-8273-36E767802DCA}" dt="2026-09-09T10:16:30.127" v="119" actId="478"/>
          <ac:spMkLst>
            <pc:docMk/>
            <pc:sldMk cId="0" sldId="256"/>
            <ac:spMk id="6" creationId="{00000000-0000-0000-0000-000000000000}"/>
          </ac:spMkLst>
        </pc:spChg>
        <pc:spChg chg="del mod">
          <ac:chgData name="ETTIGOWNI SIRI-[BL.EN.U4EAC23067]" userId="8416fd94-65a7-4951-aafb-aa0f25800cdd" providerId="ADAL" clId="{52E27795-4C07-4A73-8273-36E767802DCA}" dt="2026-09-09T10:12:22.735" v="66" actId="478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ETTIGOWNI SIRI-[BL.EN.U4EAC23067]" userId="8416fd94-65a7-4951-aafb-aa0f25800cdd" providerId="ADAL" clId="{52E27795-4C07-4A73-8273-36E767802DCA}" dt="2026-09-09T10:19:45.476" v="137" actId="478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ETTIGOWNI SIRI-[BL.EN.U4EAC23067]" userId="8416fd94-65a7-4951-aafb-aa0f25800cdd" providerId="ADAL" clId="{52E27795-4C07-4A73-8273-36E767802DCA}" dt="2026-09-09T10:12:33.948" v="69" actId="478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ETTIGOWNI SIRI-[BL.EN.U4EAC23067]" userId="8416fd94-65a7-4951-aafb-aa0f25800cdd" providerId="ADAL" clId="{52E27795-4C07-4A73-8273-36E767802DCA}" dt="2026-09-09T10:12:35.957" v="70" actId="478"/>
          <ac:spMkLst>
            <pc:docMk/>
            <pc:sldMk cId="0" sldId="256"/>
            <ac:spMk id="10" creationId="{00000000-0000-0000-0000-000000000000}"/>
          </ac:spMkLst>
        </pc:spChg>
        <pc:spChg chg="del mod">
          <ac:chgData name="ETTIGOWNI SIRI-[BL.EN.U4EAC23067]" userId="8416fd94-65a7-4951-aafb-aa0f25800cdd" providerId="ADAL" clId="{52E27795-4C07-4A73-8273-36E767802DCA}" dt="2026-09-09T10:12:40.119" v="71" actId="478"/>
          <ac:spMkLst>
            <pc:docMk/>
            <pc:sldMk cId="0" sldId="256"/>
            <ac:spMk id="11" creationId="{00000000-0000-0000-0000-000000000000}"/>
          </ac:spMkLst>
        </pc:spChg>
        <pc:spChg chg="del mod">
          <ac:chgData name="ETTIGOWNI SIRI-[BL.EN.U4EAC23067]" userId="8416fd94-65a7-4951-aafb-aa0f25800cdd" providerId="ADAL" clId="{52E27795-4C07-4A73-8273-36E767802DCA}" dt="2026-09-09T10:12:44.925" v="73" actId="478"/>
          <ac:spMkLst>
            <pc:docMk/>
            <pc:sldMk cId="0" sldId="256"/>
            <ac:spMk id="12" creationId="{00000000-0000-0000-0000-000000000000}"/>
          </ac:spMkLst>
        </pc:spChg>
        <pc:spChg chg="add del mod">
          <ac:chgData name="ETTIGOWNI SIRI-[BL.EN.U4EAC23067]" userId="8416fd94-65a7-4951-aafb-aa0f25800cdd" providerId="ADAL" clId="{52E27795-4C07-4A73-8273-36E767802DCA}" dt="2026-09-09T10:06:26.248" v="19"/>
          <ac:spMkLst>
            <pc:docMk/>
            <pc:sldMk cId="0" sldId="256"/>
            <ac:spMk id="13" creationId="{FC902830-EF6A-0D0A-D1BC-572E2022070D}"/>
          </ac:spMkLst>
        </pc:spChg>
        <pc:spChg chg="add del mod">
          <ac:chgData name="ETTIGOWNI SIRI-[BL.EN.U4EAC23067]" userId="8416fd94-65a7-4951-aafb-aa0f25800cdd" providerId="ADAL" clId="{52E27795-4C07-4A73-8273-36E767802DCA}" dt="2026-09-09T10:07:41.168" v="32"/>
          <ac:spMkLst>
            <pc:docMk/>
            <pc:sldMk cId="0" sldId="256"/>
            <ac:spMk id="14" creationId="{8B2B9280-C928-C9E6-D3C1-124C212B9393}"/>
          </ac:spMkLst>
        </pc:spChg>
        <pc:spChg chg="add del mod">
          <ac:chgData name="ETTIGOWNI SIRI-[BL.EN.U4EAC23067]" userId="8416fd94-65a7-4951-aafb-aa0f25800cdd" providerId="ADAL" clId="{52E27795-4C07-4A73-8273-36E767802DCA}" dt="2026-09-09T10:20:04.523" v="142" actId="478"/>
          <ac:spMkLst>
            <pc:docMk/>
            <pc:sldMk cId="0" sldId="256"/>
            <ac:spMk id="15" creationId="{46BA1FFE-D4DC-A5EC-D272-035D926D3F17}"/>
          </ac:spMkLst>
        </pc:spChg>
        <pc:spChg chg="add mod ord">
          <ac:chgData name="ETTIGOWNI SIRI-[BL.EN.U4EAC23067]" userId="8416fd94-65a7-4951-aafb-aa0f25800cdd" providerId="ADAL" clId="{52E27795-4C07-4A73-8273-36E767802DCA}" dt="2026-09-09T10:21:29.678" v="161" actId="14100"/>
          <ac:spMkLst>
            <pc:docMk/>
            <pc:sldMk cId="0" sldId="256"/>
            <ac:spMk id="16" creationId="{F4351910-DA78-85D6-5D39-298E1E119F60}"/>
          </ac:spMkLst>
        </pc:spChg>
        <pc:spChg chg="add mod">
          <ac:chgData name="ETTIGOWNI SIRI-[BL.EN.U4EAC23067]" userId="8416fd94-65a7-4951-aafb-aa0f25800cdd" providerId="ADAL" clId="{52E27795-4C07-4A73-8273-36E767802DCA}" dt="2026-09-09T10:21:22.831" v="160" actId="14100"/>
          <ac:spMkLst>
            <pc:docMk/>
            <pc:sldMk cId="0" sldId="256"/>
            <ac:spMk id="18" creationId="{0322716C-5264-9BA9-9317-D234010765FE}"/>
          </ac:spMkLst>
        </pc:spChg>
        <pc:spChg chg="add mod">
          <ac:chgData name="ETTIGOWNI SIRI-[BL.EN.U4EAC23067]" userId="8416fd94-65a7-4951-aafb-aa0f25800cdd" providerId="ADAL" clId="{52E27795-4C07-4A73-8273-36E767802DCA}" dt="2026-09-09T10:21:17.831" v="159" actId="14100"/>
          <ac:spMkLst>
            <pc:docMk/>
            <pc:sldMk cId="0" sldId="256"/>
            <ac:spMk id="20" creationId="{C8E98393-105C-3273-FAD0-FC430DAF4A3C}"/>
          </ac:spMkLst>
        </pc:spChg>
        <pc:spChg chg="add mod">
          <ac:chgData name="ETTIGOWNI SIRI-[BL.EN.U4EAC23067]" userId="8416fd94-65a7-4951-aafb-aa0f25800cdd" providerId="ADAL" clId="{52E27795-4C07-4A73-8273-36E767802DCA}" dt="2026-09-09T10:21:35.698" v="162" actId="14100"/>
          <ac:spMkLst>
            <pc:docMk/>
            <pc:sldMk cId="0" sldId="256"/>
            <ac:spMk id="22" creationId="{4A37BB35-2433-EC48-2AAD-1E3891032FC8}"/>
          </ac:spMkLst>
        </pc:spChg>
      </pc:sldChg>
      <pc:sldChg chg="addSp delSp modSp mod">
        <pc:chgData name="ETTIGOWNI SIRI-[BL.EN.U4EAC23067]" userId="8416fd94-65a7-4951-aafb-aa0f25800cdd" providerId="ADAL" clId="{52E27795-4C07-4A73-8273-36E767802DCA}" dt="2026-09-09T10:39:39.890" v="224" actId="20577"/>
        <pc:sldMkLst>
          <pc:docMk/>
          <pc:sldMk cId="0" sldId="257"/>
        </pc:sldMkLst>
        <pc:spChg chg="mod">
          <ac:chgData name="ETTIGOWNI SIRI-[BL.EN.U4EAC23067]" userId="8416fd94-65a7-4951-aafb-aa0f25800cdd" providerId="ADAL" clId="{52E27795-4C07-4A73-8273-36E767802DCA}" dt="2026-09-09T10:23:11.385" v="171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ETTIGOWNI SIRI-[BL.EN.U4EAC23067]" userId="8416fd94-65a7-4951-aafb-aa0f25800cdd" providerId="ADAL" clId="{52E27795-4C07-4A73-8273-36E767802DCA}" dt="2026-09-09T10:01:03.028" v="13" actId="207"/>
          <ac:spMkLst>
            <pc:docMk/>
            <pc:sldMk cId="0" sldId="257"/>
            <ac:spMk id="3" creationId="{00000000-0000-0000-0000-000000000000}"/>
          </ac:spMkLst>
        </pc:spChg>
        <pc:spChg chg="del mod">
          <ac:chgData name="ETTIGOWNI SIRI-[BL.EN.U4EAC23067]" userId="8416fd94-65a7-4951-aafb-aa0f25800cdd" providerId="ADAL" clId="{52E27795-4C07-4A73-8273-36E767802DCA}" dt="2026-09-09T10:25:13.736" v="192" actId="478"/>
          <ac:spMkLst>
            <pc:docMk/>
            <pc:sldMk cId="0" sldId="257"/>
            <ac:spMk id="4" creationId="{00000000-0000-0000-0000-000000000000}"/>
          </ac:spMkLst>
        </pc:spChg>
        <pc:spChg chg="del mod">
          <ac:chgData name="ETTIGOWNI SIRI-[BL.EN.U4EAC23067]" userId="8416fd94-65a7-4951-aafb-aa0f25800cdd" providerId="ADAL" clId="{52E27795-4C07-4A73-8273-36E767802DCA}" dt="2026-09-09T10:25:10.617" v="191" actId="478"/>
          <ac:spMkLst>
            <pc:docMk/>
            <pc:sldMk cId="0" sldId="257"/>
            <ac:spMk id="5" creationId="{00000000-0000-0000-0000-000000000000}"/>
          </ac:spMkLst>
        </pc:spChg>
        <pc:spChg chg="del mod">
          <ac:chgData name="ETTIGOWNI SIRI-[BL.EN.U4EAC23067]" userId="8416fd94-65a7-4951-aafb-aa0f25800cdd" providerId="ADAL" clId="{52E27795-4C07-4A73-8273-36E767802DCA}" dt="2026-09-09T10:25:06.766" v="190" actId="478"/>
          <ac:spMkLst>
            <pc:docMk/>
            <pc:sldMk cId="0" sldId="257"/>
            <ac:spMk id="6" creationId="{00000000-0000-0000-0000-000000000000}"/>
          </ac:spMkLst>
        </pc:spChg>
        <pc:spChg chg="del mod">
          <ac:chgData name="ETTIGOWNI SIRI-[BL.EN.U4EAC23067]" userId="8416fd94-65a7-4951-aafb-aa0f25800cdd" providerId="ADAL" clId="{52E27795-4C07-4A73-8273-36E767802DCA}" dt="2026-09-09T10:25:01.600" v="189" actId="478"/>
          <ac:spMkLst>
            <pc:docMk/>
            <pc:sldMk cId="0" sldId="257"/>
            <ac:spMk id="7" creationId="{00000000-0000-0000-0000-000000000000}"/>
          </ac:spMkLst>
        </pc:spChg>
        <pc:spChg chg="add mod ord">
          <ac:chgData name="ETTIGOWNI SIRI-[BL.EN.U4EAC23067]" userId="8416fd94-65a7-4951-aafb-aa0f25800cdd" providerId="ADAL" clId="{52E27795-4C07-4A73-8273-36E767802DCA}" dt="2026-09-09T10:39:39.890" v="224" actId="20577"/>
          <ac:spMkLst>
            <pc:docMk/>
            <pc:sldMk cId="0" sldId="257"/>
            <ac:spMk id="8" creationId="{9D564CA4-0975-3A4C-9E95-B56DC26553B3}"/>
          </ac:spMkLst>
        </pc:spChg>
        <pc:spChg chg="add mod ord">
          <ac:chgData name="ETTIGOWNI SIRI-[BL.EN.U4EAC23067]" userId="8416fd94-65a7-4951-aafb-aa0f25800cdd" providerId="ADAL" clId="{52E27795-4C07-4A73-8273-36E767802DCA}" dt="2026-09-09T10:39:26.935" v="220" actId="20577"/>
          <ac:spMkLst>
            <pc:docMk/>
            <pc:sldMk cId="0" sldId="257"/>
            <ac:spMk id="10" creationId="{110752F9-84A5-686A-626C-A13FEA1DB7FB}"/>
          </ac:spMkLst>
        </pc:spChg>
      </pc:sldChg>
      <pc:sldChg chg="addSp delSp modSp mod">
        <pc:chgData name="ETTIGOWNI SIRI-[BL.EN.U4EAC23067]" userId="8416fd94-65a7-4951-aafb-aa0f25800cdd" providerId="ADAL" clId="{52E27795-4C07-4A73-8273-36E767802DCA}" dt="2026-09-09T10:43:41.732" v="277" actId="12"/>
        <pc:sldMkLst>
          <pc:docMk/>
          <pc:sldMk cId="0" sldId="258"/>
        </pc:sldMkLst>
        <pc:spChg chg="mod">
          <ac:chgData name="ETTIGOWNI SIRI-[BL.EN.U4EAC23067]" userId="8416fd94-65a7-4951-aafb-aa0f25800cdd" providerId="ADAL" clId="{52E27795-4C07-4A73-8273-36E767802DCA}" dt="2026-09-09T10:23:04.466" v="169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ETTIGOWNI SIRI-[BL.EN.U4EAC23067]" userId="8416fd94-65a7-4951-aafb-aa0f25800cdd" providerId="ADAL" clId="{52E27795-4C07-4A73-8273-36E767802DCA}" dt="2026-09-09T09:59:36.630" v="3" actId="2711"/>
          <ac:spMkLst>
            <pc:docMk/>
            <pc:sldMk cId="0" sldId="258"/>
            <ac:spMk id="3" creationId="{00000000-0000-0000-0000-000000000000}"/>
          </ac:spMkLst>
        </pc:spChg>
        <pc:spChg chg="mod">
          <ac:chgData name="ETTIGOWNI SIRI-[BL.EN.U4EAC23067]" userId="8416fd94-65a7-4951-aafb-aa0f25800cdd" providerId="ADAL" clId="{52E27795-4C07-4A73-8273-36E767802DCA}" dt="2026-09-09T10:40:44.198" v="247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ETTIGOWNI SIRI-[BL.EN.U4EAC23067]" userId="8416fd94-65a7-4951-aafb-aa0f25800cdd" providerId="ADAL" clId="{52E27795-4C07-4A73-8273-36E767802DCA}" dt="2026-09-09T10:43:21.012" v="274" actId="1076"/>
          <ac:spMkLst>
            <pc:docMk/>
            <pc:sldMk cId="0" sldId="258"/>
            <ac:spMk id="5" creationId="{00000000-0000-0000-0000-000000000000}"/>
          </ac:spMkLst>
        </pc:spChg>
        <pc:spChg chg="del mod">
          <ac:chgData name="ETTIGOWNI SIRI-[BL.EN.U4EAC23067]" userId="8416fd94-65a7-4951-aafb-aa0f25800cdd" providerId="ADAL" clId="{52E27795-4C07-4A73-8273-36E767802DCA}" dt="2026-09-09T09:59:44.018" v="5" actId="478"/>
          <ac:spMkLst>
            <pc:docMk/>
            <pc:sldMk cId="0" sldId="258"/>
            <ac:spMk id="6" creationId="{00000000-0000-0000-0000-000000000000}"/>
          </ac:spMkLst>
        </pc:spChg>
        <pc:spChg chg="add del mod">
          <ac:chgData name="ETTIGOWNI SIRI-[BL.EN.U4EAC23067]" userId="8416fd94-65a7-4951-aafb-aa0f25800cdd" providerId="ADAL" clId="{52E27795-4C07-4A73-8273-36E767802DCA}" dt="2026-09-09T10:41:20.898" v="257"/>
          <ac:spMkLst>
            <pc:docMk/>
            <pc:sldMk cId="0" sldId="258"/>
            <ac:spMk id="6" creationId="{3332266B-D139-3AAF-EE6E-B660B0D7627B}"/>
          </ac:spMkLst>
        </pc:spChg>
        <pc:spChg chg="del mod">
          <ac:chgData name="ETTIGOWNI SIRI-[BL.EN.U4EAC23067]" userId="8416fd94-65a7-4951-aafb-aa0f25800cdd" providerId="ADAL" clId="{52E27795-4C07-4A73-8273-36E767802DCA}" dt="2026-09-09T09:59:49.048" v="6" actId="478"/>
          <ac:spMkLst>
            <pc:docMk/>
            <pc:sldMk cId="0" sldId="258"/>
            <ac:spMk id="7" creationId="{00000000-0000-0000-0000-000000000000}"/>
          </ac:spMkLst>
        </pc:spChg>
        <pc:spChg chg="add mod ord">
          <ac:chgData name="ETTIGOWNI SIRI-[BL.EN.U4EAC23067]" userId="8416fd94-65a7-4951-aafb-aa0f25800cdd" providerId="ADAL" clId="{52E27795-4C07-4A73-8273-36E767802DCA}" dt="2026-09-09T10:43:27.242" v="275" actId="1076"/>
          <ac:spMkLst>
            <pc:docMk/>
            <pc:sldMk cId="0" sldId="258"/>
            <ac:spMk id="7" creationId="{C99980ED-0A0F-5842-CE31-01BAFB03492C}"/>
          </ac:spMkLst>
        </pc:spChg>
        <pc:spChg chg="del mod">
          <ac:chgData name="ETTIGOWNI SIRI-[BL.EN.U4EAC23067]" userId="8416fd94-65a7-4951-aafb-aa0f25800cdd" providerId="ADAL" clId="{52E27795-4C07-4A73-8273-36E767802DCA}" dt="2026-09-09T09:59:41.969" v="4" actId="478"/>
          <ac:spMkLst>
            <pc:docMk/>
            <pc:sldMk cId="0" sldId="258"/>
            <ac:spMk id="8" creationId="{00000000-0000-0000-0000-000000000000}"/>
          </ac:spMkLst>
        </pc:spChg>
        <pc:spChg chg="add mod">
          <ac:chgData name="ETTIGOWNI SIRI-[BL.EN.U4EAC23067]" userId="8416fd94-65a7-4951-aafb-aa0f25800cdd" providerId="ADAL" clId="{52E27795-4C07-4A73-8273-36E767802DCA}" dt="2026-09-09T10:43:41.732" v="277" actId="12"/>
          <ac:spMkLst>
            <pc:docMk/>
            <pc:sldMk cId="0" sldId="258"/>
            <ac:spMk id="9" creationId="{4522C599-895F-DD5E-CF54-2154D7470E0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3055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Mentor Review 1 notes: record the mentor's confirmed decisions on target definition, dataset structure, evaluation metrics, and scope here immediately after the review, then update the research-framing note (Day 3 doc) with any revised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1_DAY 3 - MENTOR REVIEW 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Framing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4351910-DA78-85D6-5D39-298E1E119F60}"/>
              </a:ext>
            </a:extLst>
          </p:cNvPr>
          <p:cNvSpPr/>
          <p:nvPr/>
        </p:nvSpPr>
        <p:spPr>
          <a:xfrm>
            <a:off x="6615404" y="1554480"/>
            <a:ext cx="5318449" cy="2332653"/>
          </a:xfrm>
          <a:prstGeom prst="roundRect">
            <a:avLst/>
          </a:prstGeom>
          <a:solidFill>
            <a:srgbClr val="CC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Refined Research Question:  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Given an OCC video containing an OOK-encoded transmission, can a software-only pipeline reliably recover the transmitted binary sequence and decoded message, and how do ROI choice, smoothing, threshold, and symbol-timing decisions affect decoding accuracy?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11472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 Video 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r>
              <a:rPr lang="en-US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Decoding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322716C-5264-9BA9-9317-D234010765FE}"/>
              </a:ext>
            </a:extLst>
          </p:cNvPr>
          <p:cNvSpPr/>
          <p:nvPr/>
        </p:nvSpPr>
        <p:spPr>
          <a:xfrm>
            <a:off x="457200" y="1563624"/>
            <a:ext cx="5514392" cy="2458241"/>
          </a:xfrm>
          <a:prstGeom prst="roundRect">
            <a:avLst/>
          </a:prstGeom>
          <a:solidFill>
            <a:srgbClr val="CC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Context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Optical Camera Communication (OCC) uses a light source to transmit information through variations in light intensity. 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the transmission uses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On-Off Keying (OOK)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where different light states represent binary information. 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camera records the transmitted signal as a video. 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is to recover the binary information from the recorded video using a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software-only approach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8E98393-105C-3273-FAD0-FC430DAF4A3C}"/>
              </a:ext>
            </a:extLst>
          </p:cNvPr>
          <p:cNvSpPr/>
          <p:nvPr/>
        </p:nvSpPr>
        <p:spPr>
          <a:xfrm>
            <a:off x="457200" y="4314473"/>
            <a:ext cx="5514392" cy="2386772"/>
          </a:xfrm>
          <a:prstGeom prst="roundRect">
            <a:avLst/>
          </a:prstGeom>
          <a:solidFill>
            <a:srgbClr val="CC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Factors Being Investigated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 of Interest (ROI) selection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Light-intensity extraction from video frames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smoothing and noise reduction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 selection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Symbol timing and synchronization 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quality and camera-related distortions </a:t>
            </a:r>
            <a:b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A37BB35-2433-EC48-2AAD-1E3891032FC8}"/>
              </a:ext>
            </a:extLst>
          </p:cNvPr>
          <p:cNvSpPr/>
          <p:nvPr/>
        </p:nvSpPr>
        <p:spPr>
          <a:xfrm>
            <a:off x="6615403" y="4368592"/>
            <a:ext cx="5318449" cy="2332653"/>
          </a:xfrm>
          <a:prstGeom prst="roundRect">
            <a:avLst/>
          </a:prstGeom>
          <a:solidFill>
            <a:srgbClr val="CC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OCC Video → Binary Sequence → Decoded Message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Software-only implementation, with no hardware or field deployment in the current phase.</a:t>
            </a:r>
          </a:p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1_DAY 3 - MENTOR REVIEW 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Work &amp; Blockers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D564CA4-0975-3A4C-9E95-B56DC26553B3}"/>
              </a:ext>
            </a:extLst>
          </p:cNvPr>
          <p:cNvSpPr/>
          <p:nvPr/>
        </p:nvSpPr>
        <p:spPr>
          <a:xfrm>
            <a:off x="205273" y="1261872"/>
            <a:ext cx="5768808" cy="4877671"/>
          </a:xfrm>
          <a:prstGeom prst="roundRect">
            <a:avLst/>
          </a:prstGeom>
          <a:solidFill>
            <a:srgbClr val="CC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Completed Work — Days 1 &amp; 2</a:t>
            </a:r>
            <a:endParaRPr lang="en-IN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 1: Problem Understanding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Studied the OCC video decoding problem.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Defined the input, processing stages and expected output.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8-stage decoding pipeline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 2: Literature Review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Reviewed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 research papers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related to OCC and signal decoding.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Compared the approaches, evaluation metrics, reported results and limitations. </a:t>
            </a:r>
          </a:p>
          <a:p>
            <a:pPr lvl="0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Shortlisted possible approaches: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Threshold-based baseline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Signal-processing approach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Multi-feature refinement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ML-assisted classifier</a:t>
            </a:r>
          </a:p>
          <a:p>
            <a:pPr algn="ctr"/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10752F9-84A5-686A-626C-A13FEA1DB7FB}"/>
              </a:ext>
            </a:extLst>
          </p:cNvPr>
          <p:cNvSpPr/>
          <p:nvPr/>
        </p:nvSpPr>
        <p:spPr>
          <a:xfrm>
            <a:off x="6187439" y="1261871"/>
            <a:ext cx="5768808" cy="4877671"/>
          </a:xfrm>
          <a:prstGeom prst="roundRect">
            <a:avLst/>
          </a:prstGeom>
          <a:solidFill>
            <a:srgbClr val="CC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Risks Identified</a:t>
            </a:r>
          </a:p>
          <a:p>
            <a:endParaRPr lang="en-I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 and clock mismatch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Ambient light flickering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Rolling-shutter distortion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availability of ground-truth data </a:t>
            </a:r>
          </a:p>
          <a:p>
            <a:pPr lvl="0"/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Blockers</a:t>
            </a:r>
          </a:p>
          <a:p>
            <a:endParaRPr lang="en-I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Exact message framing such as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preamble/checksum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not confirmed.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unclear whether ground-truth bit sequences are available for every video.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 settings and recording consistency across videos need confirmation.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guidance on whether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 or exact-message correctness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should be the primary evaluation criterion.</a:t>
            </a:r>
          </a:p>
          <a:p>
            <a:pPr algn="ctr"/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1_DAY 3 - MENTOR REVIEW 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3-Day Plan &amp; Mentor Decisions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06490" y="114113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 — Days 4–6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99980ED-0A0F-5842-CE31-01BAFB03492C}"/>
              </a:ext>
            </a:extLst>
          </p:cNvPr>
          <p:cNvSpPr/>
          <p:nvPr/>
        </p:nvSpPr>
        <p:spPr>
          <a:xfrm>
            <a:off x="738052" y="1461174"/>
            <a:ext cx="6232848" cy="516374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1185921" y="1538991"/>
            <a:ext cx="5784979" cy="4743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4 — Dataset Readiness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dataset structure.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raw videos and available ground-truth labels.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missing data and possible class imbalance.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for potential data leakage between train/validation/test sets.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5 — Methodology &amp; Experiments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the video-to-message pipeline.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baseline decoding method.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experiments for: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ROI selection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 synchronization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up experiment logging and repository structure.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6 — Finalization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Consolidate literature findings.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methodology and experimental plan.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the data-readiness and methodology package for Mentor Review 2.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522C599-895F-DD5E-CF54-2154D7470E05}"/>
              </a:ext>
            </a:extLst>
          </p:cNvPr>
          <p:cNvSpPr/>
          <p:nvPr/>
        </p:nvSpPr>
        <p:spPr>
          <a:xfrm>
            <a:off x="7613780" y="1461173"/>
            <a:ext cx="4090539" cy="516374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 Guidance Required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message framing should we assume?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ground-truth data available for all videos?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Should evaluation prioritize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BER, exact-message accuracy, or both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BER/error threshold should be considered acceptable?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we assume consistent camera settings across the dataset?</a:t>
            </a:r>
          </a:p>
          <a:p>
            <a:pPr algn="ctr"/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556</Words>
  <Application>Microsoft Office PowerPoint</Application>
  <PresentationFormat>Widescreen</PresentationFormat>
  <Paragraphs>81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ETTIGOWNI SIRI-[BL.EN.U4EAC23067]</cp:lastModifiedBy>
  <cp:revision>1</cp:revision>
  <dcterms:created xsi:type="dcterms:W3CDTF">2026-09-09T09:55:04Z</dcterms:created>
  <dcterms:modified xsi:type="dcterms:W3CDTF">2026-09-09T10:44:19Z</dcterms:modified>
</cp:coreProperties>
</file>